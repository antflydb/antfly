
<file path=ppt/presentation.xml><?xml version="1.0" encoding="utf-8"?>
<p:presentation xmlns:p="http://schemas.openxmlformats.org/presentationml/2006/main" xmlns:r="http://schemas.openxmlformats.org/officeDocument/2006/relationships">
  <p:sldIdLst>
    <p:sldId id="1" r:id="second"/>
    <p:sldId id="2" r:id="first"/>
  </p:sldIdLst>
</p:presentation>
</file>

<file path=ppt/_rels/presentation.xml.rels><Relationships><Relationship Id="second" Target="slides/slide2.xml"/><Relationship Id="first" Target="slides/slide1.xml"/></Relationships>
</file>

<file path=ppt/slides/slide1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1</a:t>
        </a:r>
      </a:p>
    </p:txBody>
  </p:sp>
</p:sld>
</file>

<file path=ppt/slides/slide2.xml><?xml version="1.0" encoding="utf-8"?>
<p:sld xmlns:a="http://schemas.openxmlformats.org/drawingml/2006/main" xmlns:p="http://schemas.openxmlformats.org/presentationml/2006/main">
  <p:sp>
    <p:txBody>
      <a:bodyPr/>
      <a:lstStyle/>
      <a:p>
        <a:r>
          <a:t>Slide 2</a:t>
        </a:r>
      </a:p>
    </p:txBody>
  </p:sp>
</p:sld>
</file>