
<file path=ppt/presentation.xml><?xml version="1.0" encoding="utf-8"?>
<p:presentation xmlns:p="http://schemas.openxmlformats.org/presentationml/2006/main" xmlns:r="http://schemas.openxmlformats.org/officeDocument/2006/relationships">
  <p:sldIdLst>
    <p:sldId id="1" r:id="second"/>
    <p:sldId id="2" r:id="first"/>
  </p:sldIdLst>
</p:presentation>
</file>

<file path=ppt/_rels/presentation.xml.rels><Relationships><Relationship Id="second" Target="slides/slide2.xml"/><Relationship Id="first" Target="slides/slide1.xml"/></Relationships>
</file>

<file path=ppt/slideLayouts/_rels/slideLayout1.xml.rels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>
  <p:cSld>
    <p:spTree>
      <p:sp>
        <p:ph/>
        <a:t>Template title</a:t>
      </p:sp>
    </p:spTree>
  </p:cSld>
</p:sldLayout>
</file>

<file path=ppt/slideMasters/slideMaster1.xml><?xml version="1.0" encoding="utf-8"?>
<p:sldMaster xmlns:a="http://schemas.openxmlformats.org/drawingml/2006/main" xmlns:p="http://schemas.openxmlformats.org/presentationml/2006/main">
  <p:cSld>
    <p:spTree>
      <p:pic>
        <a:blip/>
      </p:pic>
      <p:sp>
        <p:txBody>
          <p:sp>
            <p:txBody>
              <a:bodyPr/>
              <a:lstStyle/>
              <a:p>
                <a:r>
                  <a:t>Confidential</a:t>
                </a:r>
              </a:p>
            </p:txBody>
          </p:sp>
        </p:txBody>
      </p:sp>
      <p:sp>
        <p:ph/>
        <a:t>Template prompt</a:t>
      </p:sp>
    </p:spTree>
  </p:cSld>
</p:sldMaster>
</file>

<file path=ppt/slides/_rels/slide1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showMasterSp="false">
  <p:sp>
    <p:txBody>
      <a:bodyPr/>
      <a:lstStyle/>
      <a:p>
        <a:r>
          <a:t>Slide 1</a:t>
        </a:r>
      </a:p>
    </p:txBody>
  </p:sp>
</p:sld>
</file>

<file path=ppt/slides/slide2.xml><?xml version="1.0" encoding="utf-8"?>
<p:sld xmlns:a="http://schemas.openxmlformats.org/drawingml/2006/main" xmlns:p="http://schemas.openxmlformats.org/presentationml/2006/main">
  <p:sp>
    <p:txBody>
      <a:bodyPr/>
      <a:lstStyle/>
      <a:p>
        <a:r>
          <a:t>Slide 2</a:t>
        </a:r>
      </a:p>
    </p:txBody>
  </p:sp>
</p:sld>
</file>