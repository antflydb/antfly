
<file path=ppt/presentation.xml><?xml version="1.0" encoding="utf-8"?>
<p:presentation xmlns:p="p" xmlns:r="r">
  <p:sldIdLst>
    <p:sldId id="1" r:id="second"/>
    <p:sldId id="2" r:id="first"/>
  </p:sldIdLst>
</p:presentation>
</file>

<file path=ppt/_rels/presentation.xml.rels><Relationships><Relationship Id="second" Target="slides/slide2.xml"/><Relationship Id="first" Target="slides/slide1.xml"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p">
  <p:cSld>
    <p:spTree>
      <p:sp>
        <p:ph/>
        <a:t xmlns:a="a">Template title</a:t>
      </p:sp>
    </p:spTree>
  </p:cSld>
</p:sldLayout>
</file>

<file path=ppt/slideMasters/slideMaster1.xml><?xml version="1.0" encoding="utf-8"?>
<p:sldMaster xmlns:p="p" xmlns:a="a">
  <p:cSld>
    <p:spTree>
      <p:pic>
        <a:blip/>
      </p:pic>
      <p:sp>
        <p:txBody>
          <a:p>
            <a:r>
              <a:t>Confidential</a:t>
            </a:r>
          </a:p>
        </p:txBody>
      </p:sp>
      <p:sp>
        <p:ph/>
        <a:t>Template prompt</a:t>
      </p:sp>
    </p:spTree>
  </p:cSld>
</p:sldMaster>
</file>

<file path=ppt/slides/_rels/slide1.xml.rels><Relationships xmlns="http://schemas.openxmlformats.org/package/2006/relationships"><Relationship Id="layout" Type="http://schemas.openxmlformats.org/officeDocument/2006/relationships/slideLayout" Target="../slideLayouts/slideLayout1.xml"/></Relationships>
</file>

<file path=ppt/slides/_rels/slide2.xml.rels><Relationships xmlns="http://schemas.openxmlformats.org/package/2006/relationships"><Relationship Id="layout" Type="http://schemas.openxmlformats.org/officeDocument/2006/relationships/slideLayout" Target="../slideLayouts/slideLayout1.xml"/></Relationships>
</file>

<file path=ppt/slides/slide1.xml><?xml version="1.0" encoding="utf-8"?>
<p:sld xmlns:p="p" xmlns:a="a" showMasterSp="false">
  <a:p>
    <a:r>
      <a:t>Slide 1</a:t>
    </a:r>
  </a:p>
</p:sld>
</file>

<file path=ppt/slides/slide2.xml><?xml version="1.0" encoding="utf-8"?>
<p:sld xmlns:p="p" xmlns:a="a">
  <a:p>
    <a:r>
      <a:t>Slide 2</a:t>
    </a:r>
  </a:p>
</p:sld>
</file>