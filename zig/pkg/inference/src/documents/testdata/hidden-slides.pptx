
<file path=ppt/presentation.xml><?xml version="1.0" encoding="utf-8"?>
<p:presentation xmlns:p="p" xmlns:r="r">
  <p:sldIdLst>
    <p:sldId id="1" r:id="second"/>
    <p:sldId id="2" r:id="first"/>
  </p:sldIdLst>
</p:presentation>
</file>

<file path=ppt/_rels/presentation.xml.rels><Relationships><Relationship Id="second" Target="slides/slide2.xml"/><Relationship Id="first" Target="slides/slide1.xml"/></Relationships>
</file>

<file path=ppt/slides/slide1.xml><?xml version="1.0" encoding="utf-8"?>
<p:sld xmlns:p="p" xmlns:a="a">
  <a:p>
    <a:r>
      <a:t>Slide 1</a:t>
    </a:r>
  </a:p>
</p:sld>
</file>

<file path=ppt/slides/slide2.xml><?xml version="1.0" encoding="utf-8"?>
<p:sld xmlns:p="p" xmlns:a="a" show="0">
  <a:p>
    <a:r>
      <a:t>Slide 2</a:t>
    </a:r>
  </a:p>
</p:sld>
</file>