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"/>
  </p:sldIdLst>
  <p:sldSz cx="2540000" cy="127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slides/_rels/slide1.xml.rels><Relationships xmlns="http://schemas.openxmlformats.org/package/2006/relationships"><Relationship Id="photo0" Type="http://schemas.openxmlformats.org/officeDocument/2006/relationships/image" Target="../media/picture0.png"/><Relationship Id="photo1" Type="http://schemas.openxmlformats.org/officeDocument/2006/relationships/image" Target="../media/picture1.png"/><Relationship Id="photo2" Type="http://schemas.openxmlformats.org/officeDocument/2006/relationships/image" Target="../media/picture2.png"/><Relationship Id="photo3" Type="http://schemas.openxmlformats.org/officeDocument/2006/relationships/image" Target="../media/picture3.png"/><Relationship Id="photo4" Type="http://schemas.openxmlformats.org/officeDocument/2006/relationships/image" Target="../media/picture4.png"/><Relationship Id="photo5" Type="http://schemas.openxmlformats.org/officeDocument/2006/relationships/image" Target="../media/picture5.png"/><Relationship Id="photo6" Type="http://schemas.openxmlformats.org/officeDocument/2006/relationships/image" Target="../media/picture6.png"/><Relationship Id="photo7" Type="http://schemas.openxmlformats.org/officeDocument/2006/relationships/image" Target="../media/picture7.png"/><Relationship Id="photo8" Type="http://schemas.openxmlformats.org/officeDocument/2006/relationships/image" Target="../media/picture8.png"/><Relationship Id="photo9" Type="http://schemas.openxmlformats.org/officeDocument/2006/relationships/image" Target="../media/picture9.png"/><Relationship Id="photo10" Type="http://schemas.openxmlformats.org/officeDocument/2006/relationships/image" Target="../media/picture10.png"/><Relationship Id="photo11" Type="http://schemas.openxmlformats.org/officeDocument/2006/relationships/image" Target="../media/picture11.png"/><Relationship Id="photo12" Type="http://schemas.openxmlformats.org/officeDocument/2006/relationships/image" Target="../media/picture12.png"/><Relationship Id="photo13" Type="http://schemas.openxmlformats.org/officeDocument/2006/relationships/image" Target="../media/picture13.png"/><Relationship Id="photo14" Type="http://schemas.openxmlformats.org/officeDocument/2006/relationships/image" Target="../media/picture14.png"/><Relationship Id="photo15" Type="http://schemas.openxmlformats.org/officeDocument/2006/relationships/image" Target="../media/picture15.png"/><Relationship Id="photo16" Type="http://schemas.openxmlformats.org/officeDocument/2006/relationships/image" Target="../media/picture16.png"/><Relationship Id="photo17" Type="http://schemas.openxmlformats.org/officeDocument/2006/relationships/image" Target="../media/picture17.png"/><Relationship Id="photo18" Type="http://schemas.openxmlformats.org/officeDocument/2006/relationships/image" Target="../media/picture18.png"/><Relationship Id="photo19" Type="http://schemas.openxmlformats.org/officeDocument/2006/relationships/image" Target="../media/picture1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1" name="Rectangle"/>
          <p:cNvSpPr>
            <a:spLocks noTextEdit="1"/>
          </p:cNvSpPr>
          <p:nvPr/>
        </p:nvSpPr>
        <p:spPr>
          <a:xfrm>
            <a:off x="0" y="0"/>
            <a:ext cx="1270000" cy="1270000"/>
          </a:xfrm>
          <a:prstGeom prst="rect">
            <a:avLst/>
          </a:prstGeom>
          <a:solidFill>
            <a:srgbClr val="FF0000"/>
          </a:solidFill>
        </p:spPr>
      </p:sp>
      <p:pic>
        <p:nvPicPr>
          <p:cNvPr id="2" name="Picture"/>
          <p:cNvPicPr>
            <a:picLocks noChangeAspect="1"/>
          </p:cNvPicPr>
          <p:nvPr/>
        </p:nvPicPr>
        <p:blipFill>
          <a:blip r:embed="photo0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3" name="Picture"/>
          <p:cNvPicPr>
            <a:picLocks noChangeAspect="1"/>
          </p:cNvPicPr>
          <p:nvPr/>
        </p:nvPicPr>
        <p:blipFill>
          <a:blip r:embed="photo1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4" name="Picture"/>
          <p:cNvPicPr>
            <a:picLocks noChangeAspect="1"/>
          </p:cNvPicPr>
          <p:nvPr/>
        </p:nvPicPr>
        <p:blipFill>
          <a:blip r:embed="photo2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5" name="Picture"/>
          <p:cNvPicPr>
            <a:picLocks noChangeAspect="1"/>
          </p:cNvPicPr>
          <p:nvPr/>
        </p:nvPicPr>
        <p:blipFill>
          <a:blip r:embed="photo3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6" name="Picture"/>
          <p:cNvPicPr>
            <a:picLocks noChangeAspect="1"/>
          </p:cNvPicPr>
          <p:nvPr/>
        </p:nvPicPr>
        <p:blipFill>
          <a:blip r:embed="photo4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7" name="Picture"/>
          <p:cNvPicPr>
            <a:picLocks noChangeAspect="1"/>
          </p:cNvPicPr>
          <p:nvPr/>
        </p:nvPicPr>
        <p:blipFill>
          <a:blip r:embed="photo5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8" name="Picture"/>
          <p:cNvPicPr>
            <a:picLocks noChangeAspect="1"/>
          </p:cNvPicPr>
          <p:nvPr/>
        </p:nvPicPr>
        <p:blipFill>
          <a:blip r:embed="photo6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9" name="Picture"/>
          <p:cNvPicPr>
            <a:picLocks noChangeAspect="1"/>
          </p:cNvPicPr>
          <p:nvPr/>
        </p:nvPicPr>
        <p:blipFill>
          <a:blip r:embed="photo7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0" name="Picture"/>
          <p:cNvPicPr>
            <a:picLocks noChangeAspect="1"/>
          </p:cNvPicPr>
          <p:nvPr/>
        </p:nvPicPr>
        <p:blipFill>
          <a:blip r:embed="photo8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1" name="Picture"/>
          <p:cNvPicPr>
            <a:picLocks noChangeAspect="1"/>
          </p:cNvPicPr>
          <p:nvPr/>
        </p:nvPicPr>
        <p:blipFill>
          <a:blip r:embed="photo9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2" name="Picture"/>
          <p:cNvPicPr>
            <a:picLocks noChangeAspect="1"/>
          </p:cNvPicPr>
          <p:nvPr/>
        </p:nvPicPr>
        <p:blipFill>
          <a:blip r:embed="photo10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3" name="Picture"/>
          <p:cNvPicPr>
            <a:picLocks noChangeAspect="1"/>
          </p:cNvPicPr>
          <p:nvPr/>
        </p:nvPicPr>
        <p:blipFill>
          <a:blip r:embed="photo11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4" name="Picture"/>
          <p:cNvPicPr>
            <a:picLocks noChangeAspect="1"/>
          </p:cNvPicPr>
          <p:nvPr/>
        </p:nvPicPr>
        <p:blipFill>
          <a:blip r:embed="photo12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5" name="Picture"/>
          <p:cNvPicPr>
            <a:picLocks noChangeAspect="1"/>
          </p:cNvPicPr>
          <p:nvPr/>
        </p:nvPicPr>
        <p:blipFill>
          <a:blip r:embed="photo13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6" name="Picture"/>
          <p:cNvPicPr>
            <a:picLocks noChangeAspect="1"/>
          </p:cNvPicPr>
          <p:nvPr/>
        </p:nvPicPr>
        <p:blipFill>
          <a:blip r:embed="photo14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7" name="Picture"/>
          <p:cNvPicPr>
            <a:picLocks noChangeAspect="1"/>
          </p:cNvPicPr>
          <p:nvPr/>
        </p:nvPicPr>
        <p:blipFill>
          <a:blip r:embed="photo15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8" name="Picture"/>
          <p:cNvPicPr>
            <a:picLocks noChangeAspect="1"/>
          </p:cNvPicPr>
          <p:nvPr/>
        </p:nvPicPr>
        <p:blipFill>
          <a:blip r:embed="photo16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19" name="Picture"/>
          <p:cNvPicPr>
            <a:picLocks noChangeAspect="1"/>
          </p:cNvPicPr>
          <p:nvPr/>
        </p:nvPicPr>
        <p:blipFill>
          <a:blip r:embed="photo17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20" name="Picture"/>
          <p:cNvPicPr>
            <a:picLocks noChangeAspect="1"/>
          </p:cNvPicPr>
          <p:nvPr/>
        </p:nvPicPr>
        <p:blipFill>
          <a:blip r:embed="photo18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pic>
        <p:nvPicPr>
          <p:cNvPr id="21" name="Picture"/>
          <p:cNvPicPr>
            <a:picLocks noChangeAspect="1"/>
          </p:cNvPicPr>
          <p:nvPr/>
        </p:nvPicPr>
        <p:blipFill>
          <a:blip r:embed="photo19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</p:spTree>
  </p:cSld>
</p:sld>
</file>