
<file path=ppt/presentation.xml><?xml version="1.0" encoding="utf-8"?>
<p:presentation xmlns:p="http://schemas.openxmlformats.org/presentationml/2006/main" xmlns:r="http://schemas.openxmlformats.org/officeDocument/2006/relationships">
  <p:sldIdLst>
    <p:sldId id="1" r:id="second"/>
    <p:sldId id="2" r:id="first"/>
  </p:sldIdLst>
</p:presentation>
</file>

<file path=ppt/_rels/presentation.xml.rels><Relationships xmlns="http://schemas.openxmlformats.org/package/2006/relationships"><Relationship Type="http://schemas.openxmlformats.org/officeDocument/2006/relationships/slide" Id="second" Target="slides/slide2.xml"/><Relationship Type="http://schemas.openxmlformats.org/officeDocument/2006/relationships/slide" Id="first" Target="slides/slide1.xml"/></Relationships>
</file>

<file path=ppt/slides/slide1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1</a:t>
        </a:r>
      </a:p>
    </p:txBody>
  </p:sp>
</p:sld>
</file>

<file path=ppt/slides/slide2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2</a:t>
        </a:r>
      </a:p>
    </p:txBody>
  </p:sp>
</p:sld>
</file>