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1"/>
  </p:sldIdLst>
</p:presentation>
</file>

<file path=ppt/_rels/presentation.xml.rels><Relationships xmlns="http://schemas.openxmlformats.org/package/2006/relationships"><Relationship Id="slide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meta="urn:example:tracking">
  <p:cSld>
    <p:spTree>
      <p:nvGrpSpPr>
        <p:cNvPr id="1" name=""/>
        <p:cNvGrpSpPr/>
        <p:nvPr/>
      </p:nvGrpSpPr>
      <p:grpSpPr/>
      <p:sp>
        <p:nvSpPr>
          <p:cNvPr id="2" name="Total"/>
          <p:cNvSpPr txBox="1"/>
          <p:nvPr/>
        </p:nvSpPr>
        <p:spPr/>
        <p:txBody>
          <a:bodyPr/>
          <a:lstStyle/>
          <a:p>
            <a:r>
              <a:t>Visible total 12.50</a:t>
            </a:r>
          </a:p>
        </p:txBody>
      </p:sp>
    </p:spTree>
  </p:cSld>
  <p:extLst>
    <p:ext uri="urn:example:tracking">
      <meta:tracking>
        <meta:t>Internal total 999.99</meta:t>
      </meta:tracking>
    </p:ext>
  </p:extLst>
</p:sld>
</file>