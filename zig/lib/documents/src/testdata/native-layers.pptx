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/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rgbClr val="FF0000"/>
          </a:solidFill>
        </p:spPr>
      </p:sp>
      <p:sp>
        <p:nvSpPr>
          <p:nvPr>
            <p:ph/>
          </p:nvPr>
        </p:nvSpPr>
        <p:txBody>
          <a:p>
            <a:r>
              <a:t>Template prompt must not render</a:t>
            </a:r>
          </a:p>
        </p:txBody>
      </p:sp>
    </p:spTree>
  </p:cSld>
</p:sldMaster>
</file>

<file path=ppt/slides/_rels/slide1.xml.rels><Relationships xmlns="http://schemas.openxmlformats.org/package/2006/relationships"><Relationship Id="photo" Type="http://schemas.openxmlformats.org/officeDocument/2006/relationships/image" Target="../media/picture.png"/><Relationship Id="layout" Type="http://schemas.openxmlformats.org/officeDocument/2006/relationships/slideLayout" Target="../slideLayouts/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2" name="Picture"/>
          <p:cNvPicPr>
            <a:picLocks noChangeAspect="1"/>
          </p:cNvPicPr>
          <p:nvPr/>
        </p:nvPicPr>
        <p:blipFill>
          <a:blip r:embed="photo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</p:spTree>
  </p:cSld>
</p:sld>
</file>