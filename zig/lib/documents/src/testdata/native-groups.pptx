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photo" Type="http://schemas.openxmlformats.org/officeDocument/2006/relationships/image" Target="../media/picture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grpSpPr>
        <a:xfrm>
          <a:off x="0" y="0"/>
          <a:ext cx="0" cy="0"/>
          <a:chOff x="0" y="0"/>
          <a:chExt cx="0" cy="0"/>
        </a:xfrm>
      </p:grpSpPr>
      <p:grpSp>
        <p:grpSpPr>
          <a:xfrm>
            <a:off x="0" y="0"/>
            <a:ext cx="2540000" cy="1270000"/>
            <a:chOff x="0" y="0"/>
            <a:chExt cx="2540000" cy="1270000"/>
          </a:xfrm>
        </p:grpSpPr>
        <p:grpSp>
          <p:grpSpPr>
            <a:xfrm>
              <a:off x="635000" y="317500"/>
              <a:ext cx="1270000" cy="635000"/>
              <a:chOff x="0" y="0"/>
              <a:chExt cx="2540000" cy="1270000"/>
            </a:xfrm>
          </p:grpSpPr>
          <p:sp>
            <p:nvSpPr>
              <p:cNvPr id="1" name="Rectangle"/>
              <p:cNvSpPr>
                <a:spLocks noTextEdit="1"/>
              </p:cNvSpPr>
              <p:nvPr/>
            </p:nvSpPr>
            <p:spPr>
              <a:xfrm>
                <a:off x="0" y="0"/>
                <a:ext cx="1270000" cy="1270000"/>
              </a:xfrm>
              <a:prstGeom prst="rect">
                <a:avLst/>
              </a:prstGeom>
              <a:solidFill>
                <a:srgbClr val="FF0000"/>
              </a:solidFill>
            </p:spPr>
          </p:sp>
          <p:pic>
            <p:nvPicPr>
              <p:cNvPr id="2" name="Picture"/>
              <p:cNvPicPr>
                <a:picLocks noChangeAspect="1"/>
              </p:cNvPicPr>
              <p:nvPr/>
            </p:nvPicPr>
            <p:blipFill>
              <a:blip r:embed="photo"/>
              <a:stretch>
                <a:fillRect/>
              </a:stretch>
            </p:blipFill>
            <p:spPr>
              <a:xfrm>
                <a:off x="1270000" y="0"/>
                <a:ext cx="1270000" cy="1270000"/>
              </a:xfrm>
              <a:prstGeom prst="rect">
                <a:avLst/>
              </a:prstGeom>
            </p:spPr>
          </p:pic>
        </p:grpSp>
      </p:grpSp>
    </p:spTree>
  </p:cSld>
</p:sld>
</file>