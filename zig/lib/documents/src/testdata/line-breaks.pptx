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Notes</a:t>
            </a:r>
            <a:br/>
            <a:r>
              <a:t>continued</a:t>
            </a:r>
          </a:p>
        </p:txBody>
      </p:sp>
    </p:spTree>
  </p:cSld>
</p:notes>
</file>

<file path=ppt/slides/_rels/slide1.xml.rels><Relationships xmlns="http://schemas.openxmlformats.org/package/2006/relationships"><Relationship Id="notes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Numbers"/>
          <p:cNvSpPr txBox="1"/>
          <p:nvPr/>
        </p:nvSpPr>
        <p:spPr/>
        <p:txBody>
          <a:bodyPr/>
          <a:lstStyle/>
          <a:p>
            <a:r>
              <a:t>12</a:t>
            </a:r>
            <a:br/>
            <a:r>
              <a:t>34</a:t>
            </a:r>
          </a:p>
        </p:txBody>
      </p:sp>
      <p:graphicFrame>
        <a:graphic>
          <a:graphicData uri="http://schemas.openxmlformats.org/drawingml/2006/table">
            <a:tbl>
              <a:tblGrid>
                <a:gridCol w="100"/>
              </a:tblGrid>
              <a:tr h="100">
                <a:tc>
                  <a:txBody>
                    <a:bodyPr/>
                    <a:lstStyle/>
                    <a:p>
                      <a:r>
                        <a:t>56</a:t>
                      </a:r>
                      <a:br/>
                      <a:r>
                        <a:t>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