
<file path=ppt/presentation.xml><?xml version="1.0" encoding="utf-8"?>
<p:presentation xmlns:p="http://schemas.openxmlformats.org/presentationml/2006/main" xmlns:r="http://schemas.openxmlformats.org/officeDocument/2006/relationships">
  <p:sldIdLst>
    <p:sldId id="256" r:id="slide"/>
  </p:sldIdLst>
  <p:sldSz cx="2540000" cy="1270000"/>
</p:presentation>
</file>

<file path=ppt/_rels/presentation.xml.rels><Relationships xmlns="http://schemas.openxmlformats.org/package/2006/relationships"><Relationship Id="slide" Type="http://schemas.openxmlformats.org/officeDocument/2006/relationships/slide" Target="slides/slide1.xml"/></Relationships>
</file>

<file path=ppt/slides/_rels/slide1.xml.rels><Relationships xmlns="http://schemas.openxmlformats.org/package/2006/relationships"><Relationship Id="photo" Type="http://schemas.openxmlformats.org/officeDocument/2006/relationships/image" Target="../media/picture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1" name="Rectangle"/>
          <p:cNvSpPr>
            <a:spLocks noTextEdit="1"/>
          </p:cNvSpPr>
          <p:nvPr/>
        </p:nvSpPr>
        <p:spPr>
          <a:xfrm>
            <a:off x="0" y="0"/>
            <a:ext cx="1270000" cy="1270000"/>
          </a:xfrm>
          <a:prstGeom prst="rect">
            <a:avLst/>
          </a:prstGeom>
          <a:solidFill>
            <a:srgbClr val="FF0000"/>
          </a:solidFill>
        </p:spPr>
      </p:sp>
      <p:pic>
        <p:nvPicPr>
          <p:cNvPr id="2" name="Picture"/>
          <p:cNvPicPr>
            <a:picLocks noChangeAspect="1"/>
          </p:cNvPicPr>
          <p:nvPr/>
        </p:nvPicPr>
        <p:blipFill>
          <a:blip r:embed="photo"/>
          <a:stretch>
            <a:fillRect/>
          </a:stretch>
        </p:blipFill>
        <p:spPr>
          <a:xfrm>
            <a:off x="1270000" y="0"/>
            <a:ext cx="1270000" cy="1270000"/>
          </a:xfrm>
          <a:prstGeom prst="rect">
            <a:avLst/>
          </a:prstGeom>
        </p:spPr>
      </p:pic>
    </p:spTree>
  </p:cSld>
</p:sld>
</file>