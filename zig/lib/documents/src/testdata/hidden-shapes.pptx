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Tree"/>
        <p:cNvGrpSpPr/>
        <p:nvPr/>
      </p:nvGrpSpPr>
      <p:sp>
        <p:nvSpPr>
          <p:cNvPr id="2" name="Text" hidden="0"/>
          <p:cNvSpPr txBox="1"/>
          <p:nvPr/>
        </p:nvSpPr>
        <p:spPr>
          <a:prstGeom prst="rect">
            <a:avLst/>
          </a:prstGeom>
        </p:spPr>
        <p:txBody>
          <a:bodyPr/>
          <a:lstStyle/>
          <a:p>
            <a:r>
              <a:t>Speaker note</a:t>
            </a:r>
          </a:p>
        </p:txBody>
      </p:sp>
      <p:sp>
        <p:nvSpPr>
          <p:cNvPr id="3" name="Text" hidden="1"/>
          <p:cNvSpPr txBox="1"/>
          <p:nvPr/>
        </p:nvSpPr>
        <p:spPr>
          <a:prstGeom prst="rect">
            <a:avLst/>
          </a:prstGeom>
        </p:spPr>
        <p:txBody>
          <a:bodyPr/>
          <a:lstStyle/>
          <a:p>
            <a:r>
              <a:t>Obsolete note 999.99</a:t>
            </a:r>
          </a:p>
        </p:txBody>
      </p:sp>
    </p:spTree>
  </p:cSld>
</p:note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>
    <p:spTree>
      <p:nvGrpSpPr>
        <p:cNvPr id="1" name="Tree"/>
        <p:cNvGrpSpPr/>
        <p:nvPr/>
      </p:nvGrpSpPr>
      <p:sp>
        <p:nvSpPr>
          <p:cNvPr id="2" name="Text" hidden="1"/>
          <p:cNvSpPr txBox="1"/>
          <p:nvPr>
            <p:ph type="ftr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Obsolete footer 999.99</a:t>
            </a:r>
          </a:p>
        </p:txBody>
      </p:sp>
      <p:graphicFrame>
        <p:nvGraphicFramePr>
          <p:cNvPr id="3" name="Table" hidden="1"/>
          <p:cNvGraphicFramePr/>
          <p:nvPr/>
        </p:nvGraphicFramePr>
        <a:graphic>
          <a:graphicData uri="http://schemas.openxmlformats.org/drawingml/2006/table">
            <a:tbl>
              <a:tr>
                <a:tc>
                  <a:txBody>
                    <a:p>
                      <a:r>
                        <a:t>Obsolete layout cell</a:t>
                      </a:r>
                    </a:p>
                  </a:txBody>
                </a:tc>
              </a:tr>
            </a:tbl>
          </a:graphicData>
        </a:graphic>
      </p:graphicFrame>
    </p:spTree>
  </p:cSld>
</p:sldLayout>
</file>

<file path=ppt/slideMasters/slideMaster1.xml><?xml version="1.0" encoding="utf-8"?>
<p:sldMaster xmlns:p="http://schemas.openxmlformats.org/presentationml/2006/main" xmlns:a="http://schemas.openxmlformats.org/drawingml/2006/main">
  <p:cSld>
    <p:spTree>
      <p:nvGrpSpPr>
        <p:cNvPr id="1" name="Tree"/>
        <p:cNvGrpSpPr/>
        <p:nvPr/>
      </p:nvGrpSpPr>
      <p:grpSp>
        <p:nvGrpSpPr>
          <p:cNvPr id="2" name="Hidden group" hidden="1"/>
          <p:cNvGrpSpPr/>
          <p:nvPr/>
        </p:nvGrpSpPr>
        <p:sp>
          <p:nvSpPr>
            <p:cNvPr id="3" name="Text" hidden="0"/>
            <p:cNvSpPr txBox="1"/>
            <p:nvPr/>
          </p:nvSpPr>
          <p:spPr>
            <a:prstGeom prst="rect">
              <a:avLst/>
            </a:prstGeom>
          </p:spPr>
          <p:txBody>
            <a:bodyPr/>
            <a:lstStyle/>
            <a:p>
              <a:r>
                <a:t>Obsolete group 999.99</a:t>
              </a:r>
            </a:p>
          </p:txBody>
        </p:sp>
        <p:pic>
          <p:nvPicPr>
            <p:cNvPr id="4" name="Hidden picture" hidden="true"/>
            <p:cNvPicPr/>
            <p:nvPr/>
          </p:nvPicPr>
          <p:blipFill>
            <a:blip/>
          </p:blipFill>
        </p:pic>
      </p:grpSp>
      <p:sp>
        <p:nvSpPr>
          <p:cNvPr id="5" name="Text" hidden="1"/>
          <p:cNvSpPr txBox="1"/>
          <p:nvPr>
            <p:ph type="ftr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Obsolete master footer</a:t>
            </a:r>
          </a:p>
        </p:txBody>
      </p:sp>
    </p:spTree>
  </p:cSld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Tree"/>
        <p:cNvGrpSpPr/>
        <p:nvPr/>
      </p:nvGrpSpPr>
      <p:sp>
        <p:nvSpPr>
          <p:cNvPr id="2" name="Text" hidden="0"/>
          <p:cNvSpPr txBox="1"/>
          <p:nvPr/>
        </p:nvSpPr>
        <p:spPr>
          <a:prstGeom prst="rect">
            <a:avLst/>
          </a:prstGeom>
        </p:spPr>
        <p:txBody>
          <a:bodyPr/>
          <a:lstStyle/>
          <a:p>
            <a:r>
              <a:t>Visible total 12.50</a:t>
            </a:r>
          </a:p>
        </p:txBody>
      </p:sp>
      <p:sp>
        <p:nvSpPr>
          <p:cNvPr id="3" name="Text" hidden="1"/>
          <p:cNvSpPr txBox="1"/>
          <p:nvPr/>
        </p:nvSpPr>
        <p:spPr>
          <a:prstGeom prst="rect">
            <a:avLst/>
          </a:prstGeom>
        </p:spPr>
        <p:txBody>
          <a:bodyPr/>
          <a:lstStyle/>
          <a:p>
            <a:r>
              <a:t>Obsolete total 999.99</a:t>
            </a:r>
          </a:p>
        </p:txBody>
      </p:sp>
      <p:graphicFrame>
        <p:nvGraphicFramePr>
          <p:cNvPr id="4" name="Table" hidden="0"/>
          <p:cNvGraphicFramePr/>
          <p:nvPr/>
        </p:nvGraphicFramePr>
        <a:graphic>
          <a:graphicData uri="http://schemas.openxmlformats.org/drawingml/2006/table">
            <a:tbl>
              <a:tr>
                <a:tc>
                  <a:txBody>
                    <a:p>
                      <a:r>
                        <a:t>Public cell</a:t>
                      </a:r>
                    </a:p>
                  </a:txBody>
                </a:tc>
              </a:tr>
            </a:tbl>
          </a:graphicData>
        </a:graphic>
      </p:graphicFrame>
      <p:graphicFrame>
        <p:nvGraphicFramePr>
          <p:cNvPr id="5" name="Table" hidden="1"/>
          <p:cNvGraphicFramePr/>
          <p:nvPr/>
        </p:nvGraphicFramePr>
        <a:graphic>
          <a:graphicData uri="http://schemas.openxmlformats.org/drawingml/2006/table">
            <a:tbl>
              <a:tr>
                <a:tc>
                  <a:txBody>
                    <a:p>
                      <a:r>
                        <a:t>Obsolete cell 999.99</a:t>
                      </a:r>
                    </a:p>
                  </a:txBody>
                </a:tc>
              </a:tr>
            </a:tbl>
          </a:graphicData>
        </a:graphic>
      </p:graphicFrame>
      <p:pic>
        <p:nvPicPr>
          <p:cNvPr id="6" name="Hidden picture" hidden="true"/>
          <p:cNvPicPr/>
          <p:nvPr/>
        </p:nvPicPr>
        <p:blipFill>
          <a:blip/>
        </p:blipFill>
      </p:pic>
      <p:grpSp>
        <p:nvGrpSpPr>
          <p:cNvPr id="7" name="Hidden group" hidden="1"/>
          <p:cNvGrpSpPr/>
          <p:nvPr/>
        </p:nvGrpSpPr>
        <p:sp>
          <p:nvSpPr>
            <p:cNvPr id="8" name="Text" hidden="0"/>
            <p:cNvSpPr txBox="1"/>
            <p:nvPr/>
          </p:nvSpPr>
          <p:spPr>
            <a:prstGeom prst="rect">
              <a:avLst/>
            </a:prstGeom>
          </p:spPr>
          <p:txBody>
            <a:bodyPr/>
            <a:lstStyle/>
            <a:p>
              <a:r>
                <a:t>Obsolete group 999.99</a:t>
              </a:r>
            </a:p>
          </p:txBody>
        </p:sp>
        <p:pic>
          <p:nvPicPr>
            <p:cNvPr id="9" name="Hidden picture" hidden="true"/>
            <p:cNvPicPr/>
            <p:nvPr/>
          </p:nvPicPr>
          <p:blipFill>
            <a:blip/>
          </p:blipFill>
        </p:pic>
      </p:grpSp>
    </p:spTree>
  </p:cSld>
</p:sld>
</file>