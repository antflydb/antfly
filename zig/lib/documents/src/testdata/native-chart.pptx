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lide"/>
  </p:sldIdLst>
  <p:sldSz cx="2540000" cy="1270000"/>
</p:presentation>
</file>

<file path=ppt/_rels/presentation.xml.rels><Relationships xmlns="http://schemas.openxmlformats.org/package/2006/relationships"><Relationship Id="slide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Revenue</c:v>
          </c:tx>
          <c:cat>
            <c:strRef>
              <c:f>Sheet1!A1:A2</c:f>
              <c:strCache>
                <c:ptCount val="2"/>
                <c:pt idx="0">
                  <c:v>Jan</c:v>
                </c:pt>
                <c:pt idx="1">
                  <c:v>Feb</c:v>
                </c:pt>
              </c:strCache>
            </c:strRef>
          </c:cat>
          <c:val>
            <c:numRef>
              <c:f>Sheet1!B1:B2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</c:barChart>
      <c:catAx>
        <c:delete val="0"/>
      </c:catAx>
      <c:valAx>
        <c:scaling>
          <c:min val="0"/>
          <c:max val="20"/>
        </c:scaling>
        <c:delete val="0"/>
        <c:majorGridlines/>
      </c:valAx>
    </c:plotArea>
  </c:chart>
</c:chartSpace>
</file>

<file path=ppt/slideLayouts/_rels/layout.xml.rels><Relationships xmlns="http://schemas.openxmlformats.org/package/2006/relationships"><Relationship Id="master" Type="http://schemas.openxmlformats.org/officeDocument/2006/relationships/slideMaster" Target="../slideMasters/master.xml"/></Relationships>
</file>

<file path=ppt/slideLayouts/layout.xml><?xml version="1.0" encoding="utf-8"?>
<p:sldLayout xmlns:p="http://schemas.openxmlformats.org/presentationml/2006/main" xmlns:a="http://schemas.openxmlformats.org/drawingml/2006/main">
  <p:cSld>
    <p:bg>
      <p:bgPr>
        <a:solidFill>
          <a:srgbClr val="00FF00"/>
        </a:solidFill>
      </p:bgPr>
    </p:bg>
    <p:spTree/>
  </p:cSld>
</p:sldLayout>
</file>

<file path=ppt/slideMasters/_rels/master.xml.rels><Relationships xmlns="http://schemas.openxmlformats.org/package/2006/relationships"><Relationship Id="theme" Type="http://schemas.openxmlformats.org/officeDocument/2006/relationships/theme" Target="../theme/theme1.xml"/></Relationships>
</file>

<file path=ppt/slideMasters/master.xml><?xml version="1.0" encoding="utf-8"?>
<p:sldMaster xmlns:p="http://schemas.openxmlformats.org/presentationml/2006/main" xmlns:a="http://schemas.openxmlformats.org/drawingml/2006/main">
  <p:cSld>
    <p:bg>
      <p:bgPr>
        <a:solidFill>
          <a:srgbClr val="0000FF"/>
        </a:solidFill>
      </p:bgPr>
    </p:bg>
    <p:spTree>
      <p:sp>
        <p:nvSpPr>
          <p:cNvPr id="1" name="Rectangle"/>
          <p:cNvSpPr>
            <a:spLocks noTextEdit="1"/>
          </p:cNvSpPr>
          <p:nvPr/>
        </p:nvSpPr>
        <p:spPr>
          <a:xfrm>
            <a:off x="0" y="0"/>
            <a:ext cx="1270000" cy="1270000"/>
          </a:xfrm>
          <a:prstGeom prst="rect">
            <a:avLst/>
          </a:prstGeom>
          <a:solidFill>
            <a:schemeClr val="accent1">
              <a:tint val="50000"/>
            </a:schemeClr>
          </a:solidFill>
        </p:spPr>
      </p:sp>
      <p:sp>
        <p:nvSpPr>
          <p:nvPr>
            <p:ph/>
          </p:nvPr>
        </p:nvSpPr>
        <p:txBody>
          <a:p>
            <a:r>
              <a:t>Template prompt must not render</a:t>
            </a:r>
          </a:p>
        </p:txBody>
      </p:sp>
    </p:spTree>
  </p:cSld>
</p:sldMaster>
</file>

<file path=ppt/slides/_rels/slide1.xml.rels><Relationships xmlns="http://schemas.openxmlformats.org/package/2006/relationships"><Relationship Id="photo" Type="http://schemas.openxmlformats.org/officeDocument/2006/relationships/image" Target="../media/picture.png"/><Relationship Id="layout" Type="http://schemas.openxmlformats.org/officeDocument/2006/relationships/slideLayout" Target="../slideLayouts/layout.xml"/><Relationship Id="chart" Type="http://schemas.openxmlformats.org/officeDocument/2006/relationships/chart" Target="../charts/chart1.xml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graphicFrame>
        <p:nvGraphicFramePr>
          <p:cNvPr id="99" name="Sales chart"/>
          <p:cNvGraphicFramePr>
            <a:graphicFrameLocks noGrp="1"/>
          </p:cNvGraphicFramePr>
          <p:nvPr/>
        </p:nvGraphicFramePr>
        <p:xfrm>
          <a:off x="0" y="0"/>
          <a:ext cx="2540000" cy="1270000"/>
        </p:xfrm>
        <a:graphic>
          <a:graphicData uri="http://schemas.openxmlformats.org/drawingml/2006/chart">
            <c:chart r:id="chart"/>
          </a:graphicData>
        </a:graphic>
      </p:graphicFrame>
    </p:spTree>
  </p:cSld>
</p:sld>
</file>

<file path=ppt/theme/theme1.xml><?xml version="1.0" encoding="utf-8"?>
<a:theme xmlns:a="http://schemas.openxmlformats.org/drawingml/2006/main">
  <a:themeElements>
    <a:clrScheme name="Test">
      <a:dk1>
        <a:sysClr val="windowText" lastClr="000000"/>
      </a:dk1>
      <a:lt1>
        <a:srgbClr val="FFFFFF"/>
      </a:lt1>
      <a:accent1>
        <a:srgbClr val="0080FF"/>
      </a:accent1>
    </a:clrScheme>
    <a:fontScheme name="Test">
      <a:majorFont>
        <a:latin typeface="Roboto"/>
      </a:majorFont>
      <a:minorFont>
        <a:latin typeface="Roboto"/>
      </a:minorFont>
    </a:fontScheme>
  </a:themeElements>
</a:theme>
</file>